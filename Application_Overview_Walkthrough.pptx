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Finastra TI Plus Trade Finance Profitability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 Overview &amp; Technical Walkthrough</a:t>
            </a:r>
          </a:p>
          <a:p>
            <a:r>
              <a:t>Version 1.0.0 | com.cth.tradefinance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 Stack &amp; Frameworks:</a:t>
            </a:r>
          </a:p>
          <a:p>
            <a:r>
              <a:t>• Java 21 LTS &amp; Spring Boot 3.2.5</a:t>
            </a:r>
          </a:p>
          <a:p>
            <a:r>
              <a:t>• IBM DB2 Default Database (Configurable to Oracle, Postgres, SQL Server, H2)</a:t>
            </a:r>
          </a:p>
          <a:p>
            <a:r>
              <a:t>• Real-Time Metrics via WebSockets / STOMP Broker</a:t>
            </a:r>
          </a:p>
          <a:p>
            <a:r>
              <a:t>• Standardized Packaging for Windows &amp; Linux (8GB Memory Settings)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